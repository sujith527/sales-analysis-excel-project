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26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Filtering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Created a Pivot Table 📊</a:t>
            </a:r>
          </a:p>
          <a:p>
            <a:r>
              <a:t>✅ Used Column Chart to visualize Total Sales by Region and Product Category</a:t>
            </a:r>
          </a:p>
          <a:p>
            <a:r>
              <a:t>✅ Applied Date and Category Filters to analyze recent Electronics orders in South Region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✅ Used </a:t>
            </a:r>
            <a:r>
              <a:rPr lang="en-US" dirty="0"/>
              <a:t>PROPER,</a:t>
            </a:r>
            <a:r>
              <a:rPr dirty="0"/>
              <a:t>TRIM function to remove extra spaces</a:t>
            </a:r>
          </a:p>
          <a:p>
            <a:r>
              <a:rPr dirty="0"/>
              <a:t>✅ Applied UPPER function to standardize text case</a:t>
            </a:r>
          </a:p>
          <a:p>
            <a:r>
              <a:rPr dirty="0"/>
              <a:t>✅ Ensured uniformity in Region and Product Category columns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Merging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Created a Pivot Table for Total Sales by Region</a:t>
            </a:r>
          </a:p>
          <a:p>
            <a:r>
              <a:t>✅ Used AVERAGEIF function to calculate Average Sales for each Region</a:t>
            </a:r>
          </a:p>
          <a:p>
            <a:r>
              <a:t>✅ Merged the calculated values back into the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Using Excel Formulas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✅ Used SUM</a:t>
            </a:r>
            <a:r>
              <a:rPr lang="en-US" dirty="0"/>
              <a:t>IF</a:t>
            </a:r>
            <a:r>
              <a:rPr dirty="0"/>
              <a:t> formula to calculate Total Sales per Region</a:t>
            </a:r>
          </a:p>
          <a:p>
            <a:r>
              <a:rPr dirty="0"/>
              <a:t>✅ Used AVERAGE</a:t>
            </a:r>
            <a:r>
              <a:rPr lang="en-US" dirty="0"/>
              <a:t>IF</a:t>
            </a:r>
            <a:r>
              <a:rPr dirty="0"/>
              <a:t> function for Discount % and Profit in Furniture category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Step 5: Pivot Tables &amp; Slicers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✅ Created Pivot Table for Total Sales &amp; Profit per Region</a:t>
            </a:r>
          </a:p>
          <a:p>
            <a:r>
              <a:rPr dirty="0"/>
              <a:t>✅ Added Slicers for Region and Product Category to enable dynamic filtering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Step 6: Creating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✅ Created Bar Chart for Total Sales by Region 📊</a:t>
            </a:r>
          </a:p>
          <a:p>
            <a:r>
              <a:rPr dirty="0"/>
              <a:t>✅ Created Pie Chart for % Contribution of Each Product Category </a:t>
            </a:r>
          </a:p>
          <a:p>
            <a:r>
              <a:rPr dirty="0"/>
              <a:t>✅ Created Bar Chart for Total Sales by Year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7: Regression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dirty="0"/>
              <a:t>✅ Selected Discount (%) as X-axis &amp; Sales Amount as Y-axis</a:t>
            </a:r>
          </a:p>
          <a:p>
            <a:r>
              <a:rPr dirty="0"/>
              <a:t>✅ Created Scatter Plot to visualize the relationship</a:t>
            </a:r>
          </a:p>
          <a:p>
            <a:r>
              <a:rPr dirty="0"/>
              <a:t>✅ Analyzed the impact of Discounts on Sales Amount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Step 8: Stacked Bar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r>
              <a:rPr dirty="0"/>
              <a:t>✅ Created Pivot Table</a:t>
            </a:r>
          </a:p>
          <a:p>
            <a:r>
              <a:rPr dirty="0"/>
              <a:t>✅ Used Stacked Bar Chart to visualize Total Sales by Region and Product Category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9: Dashboard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Combined all charts and visualizations into a Dashboard</a:t>
            </a:r>
          </a:p>
          <a:p>
            <a:r>
              <a:t>✅ Added Slicers for interactive filtering</a:t>
            </a:r>
          </a:p>
          <a:p>
            <a:r>
              <a:t>✅ Displayed Key Metrics: Total Sales, Total Profit, Highest-Selling Product Category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Step 10: Conditional Formatting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✅ Applied Conditional Formatting to highlight orders where Total Sales &gt; ₹4000</a:t>
            </a:r>
          </a:p>
          <a:p>
            <a:r>
              <a:rPr dirty="0"/>
              <a:t>✅ Used color coding to enhance data visibility and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319</Words>
  <Application>Microsoft Office PowerPoint</Application>
  <PresentationFormat>On-screen Show (4:3)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Step 1: Filtering Data</vt:lpstr>
      <vt:lpstr>Step 2: Data Cleaning</vt:lpstr>
      <vt:lpstr>Step 3: Merging Data</vt:lpstr>
      <vt:lpstr>Step 4: Using Excel Formulas</vt:lpstr>
      <vt:lpstr>Step 5: Pivot Tables &amp; Slicers</vt:lpstr>
      <vt:lpstr>Step 6: Creating Charts</vt:lpstr>
      <vt:lpstr>Step 7: Regression Analysis</vt:lpstr>
      <vt:lpstr>Step 8: Stacked Bar Chart</vt:lpstr>
      <vt:lpstr>Step 9: Dashboard Creation</vt:lpstr>
      <vt:lpstr>Step 10: Conditional Formatting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sujith</dc:creator>
  <cp:keywords/>
  <dc:description>generated using python-pptx</dc:description>
  <cp:lastModifiedBy>sujith c</cp:lastModifiedBy>
  <cp:revision>4</cp:revision>
  <dcterms:created xsi:type="dcterms:W3CDTF">2013-01-27T09:14:16Z</dcterms:created>
  <dcterms:modified xsi:type="dcterms:W3CDTF">2025-02-26T05:42:39Z</dcterms:modified>
  <cp:category/>
</cp:coreProperties>
</file>